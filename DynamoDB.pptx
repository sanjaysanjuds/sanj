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0E7B0-6939-F0AE-FF1F-222A4ED16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C759D4-86B1-B9F8-C852-643721C5B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2295A-15D7-7AF8-6217-B31B3CA8A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0E3AE-4C5C-4AC3-8000-7FC792A7A6F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A5F2B-5386-D72F-F3B4-6449D2CAB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CC72E-9A1E-1F46-09E2-BC47A4682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1B1F-3B23-4433-A14B-C73AA493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1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63BA0-7490-32CE-57AD-BD454951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294FC-73BD-2AEF-306D-1138126CB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28E4D-1AE6-412B-4D7B-5FAC9A2AB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0E3AE-4C5C-4AC3-8000-7FC792A7A6F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38B1A-BF69-5FFD-0119-8FEA13D0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4960C-EE4B-334A-41D4-CAB0D9A8E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1B1F-3B23-4433-A14B-C73AA493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8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672E-56A9-9696-8069-907FBA0B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D1748-7505-C1DA-C5B2-A1AF5EA9C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BA74-C40D-1E46-89E7-7DE29008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0E3AE-4C5C-4AC3-8000-7FC792A7A6F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DC050-6E16-B610-9CB5-148C9CD0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EFDDD-FC6F-F6CD-16D0-B148F2309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1B1F-3B23-4433-A14B-C73AA493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2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74A2-22BA-CAED-8CCF-1CE8F580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3CF1C-6DC8-A442-7AA1-2A0A24262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5E286-75EB-E16C-386B-AE932E159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6BCA-9352-4204-240D-63F6F85D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0E3AE-4C5C-4AC3-8000-7FC792A7A6F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08402-B0A8-97A9-4608-FDE0DCC00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2365D-FF1C-001D-4D20-7CA55C44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1B1F-3B23-4433-A14B-C73AA493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7CF2-CAF3-5CDA-A358-493DCBE8B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1FD28-9B25-D71E-BA6A-429AADE24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9D234-1E16-F388-1CFB-0F8C31BF3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1B654-4832-2AB0-83B3-3ACC9ECD7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79A6E-5C57-0678-B193-2271E21AA6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AA4B2-D767-37AF-7DAB-2F41559F0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0E3AE-4C5C-4AC3-8000-7FC792A7A6F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8094DA-4868-170B-3FA9-1B6A79F9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A4E490-4797-94A7-D2D2-DBAC3196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1B1F-3B23-4433-A14B-C73AA493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1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8743-E67B-A6B0-61A3-B7519A4C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1FE87-67F2-4DE7-6F5E-DAEB016CA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0E3AE-4C5C-4AC3-8000-7FC792A7A6F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061D8-AA38-9782-D24A-B183918C2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BECB3-7E15-3140-7D8E-182EC104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1B1F-3B23-4433-A14B-C73AA493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9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3CA8C0-BE37-8185-32BA-53193B43F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0E3AE-4C5C-4AC3-8000-7FC792A7A6F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38B78-3BD2-5670-DDDD-9422FCC5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F5F8-B61B-014C-4B39-F9E19AE6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1B1F-3B23-4433-A14B-C73AA493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20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C2B7B-B92E-61EF-940F-65B354765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E752E-E9CE-CBAB-F1A5-353242F51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EE2A1-1E59-8C1D-6086-F575BE845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B05A9-3CEE-0800-43BB-EE2F9FC3F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0E3AE-4C5C-4AC3-8000-7FC792A7A6F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60A7E-AAF8-0742-2445-840E00E0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F2755-7883-7FF3-4830-0E9DD0C2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1B1F-3B23-4433-A14B-C73AA493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69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FBD50-191A-9A01-E23B-530973A2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BDD4F-4B31-EFD4-8BA1-B9CA08C77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E213C-F33B-1769-53B5-9EE0DE7DB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70793-193B-C48D-CB17-084AD6E9A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0E3AE-4C5C-4AC3-8000-7FC792A7A6F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74992-8F44-78B3-84E2-509118EF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93B6E-9897-5C80-B98D-87E156A48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1B1F-3B23-4433-A14B-C73AA493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7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336C-01F7-7DC0-D2D4-66133F4C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03AE4-723B-81D7-B392-2EEBE970A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DE5DC-99D8-5992-5A1F-9390D8507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0E3AE-4C5C-4AC3-8000-7FC792A7A6F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4FAE7-C311-8CA7-3DE5-C6AB566E1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65646-0E07-1CE2-C42A-689A6727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1B1F-3B23-4433-A14B-C73AA493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6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6CD647-7D9A-00C8-4827-0FD2E135D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0CD0E-1662-FD9B-D41C-D2195BD77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0191A-62CC-D345-3D3A-CAFAEF80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0E3AE-4C5C-4AC3-8000-7FC792A7A6F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13676-9586-A9F6-E235-2B16D2F3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52C69-1A90-1759-87B8-EC878FD7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1B1F-3B23-4433-A14B-C73AA493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97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C9C1F-96C9-E2DA-E2EA-7DB5CCDD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B9FE3-49B1-B335-B39B-4914D2440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84CAB-4ABD-8CF8-CD77-E499CFC22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0E3AE-4C5C-4AC3-8000-7FC792A7A6F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7EDA9-0A2F-C8BD-374D-555D5A918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D74AC-8C0B-FD01-5534-6AD9522E2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11B1F-3B23-4433-A14B-C73AA493F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9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2847-2589-B534-6EF2-D65EEACC44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What is DynamoDB?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b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1E060-B820-619E-B2F3-34C92F3DE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68497"/>
            <a:ext cx="9144000" cy="4030462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Amazon DynamoDB is a fast and flexible NoSQL database service for all applications that require consistent single-digit millisecond latency at any scale.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is a fully managed database that supports both document and key-value data models.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Its flexible data model and performance makes it a great fit for mobile, web, gaming, ad-tech, IOT, and many other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is stored in SSD storage.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is spread across three geographically data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centres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541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C783-54BE-184E-D91C-03C56B2DE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Because of its availability in three geographically data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centres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It consists of two different types of consistency models: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Eventual Consistent Reads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Strongly Consistent Reads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Eventual Consistent Reads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maintains consistency across all the copies of data which is usually reached within a second. If you read a data from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DynamoDB table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then the response would not reflect the most recently completed write operation, and if you repeat to read the data after a short period, then the response would be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lattest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update. This is the best model for Read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636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88521" y="381403"/>
            <a:ext cx="2200313" cy="3342508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9548A-7162-3E8E-6129-8BF8C3D8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52" y="1204108"/>
            <a:ext cx="2669406" cy="1781175"/>
          </a:xfrm>
        </p:spPr>
        <p:txBody>
          <a:bodyPr>
            <a:normAutofit/>
          </a:bodyPr>
          <a:lstStyle/>
          <a:p>
            <a:r>
              <a:rPr lang="en-US" sz="2000" b="1" i="0" dirty="0">
                <a:solidFill>
                  <a:srgbClr val="00B050"/>
                </a:solidFill>
                <a:effectLst/>
                <a:latin typeface="inter-bold"/>
              </a:rPr>
              <a:t>Eventual Consistent Reads</a:t>
            </a:r>
            <a:br>
              <a:rPr lang="en-US" sz="2000" b="0" i="0" dirty="0">
                <a:solidFill>
                  <a:srgbClr val="00B050"/>
                </a:solidFill>
                <a:effectLst/>
                <a:latin typeface="inter-regular"/>
              </a:rPr>
            </a:br>
            <a:r>
              <a:rPr lang="en-US" sz="2000" b="1" i="0" dirty="0">
                <a:solidFill>
                  <a:srgbClr val="00B050"/>
                </a:solidFill>
                <a:effectLst/>
                <a:latin typeface="inter-bold"/>
              </a:rPr>
              <a:t>Strongly Consistent Reads</a:t>
            </a:r>
            <a:br>
              <a:rPr lang="en-US" sz="1200" b="0" i="0" dirty="0">
                <a:solidFill>
                  <a:srgbClr val="000000"/>
                </a:solidFill>
                <a:effectLst/>
                <a:latin typeface="inter-regular"/>
              </a:rPr>
            </a:br>
            <a:endParaRPr lang="en-US" sz="32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DynamoDB">
            <a:extLst>
              <a:ext uri="{FF2B5EF4-FFF2-40B4-BE49-F238E27FC236}">
                <a16:creationId xmlns:a16="http://schemas.microsoft.com/office/drawing/2014/main" id="{D70A4024-ACF9-6874-FD86-E03B35C13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62102" y="1655507"/>
            <a:ext cx="6903723" cy="34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713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3CFCB-C660-CB6E-4131-AF5401889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8FA2C-A0A2-643A-2777-843EB3582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Eventual Consistent Reads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maintains consistency across all the copies of data which is usually reached within a second. If you read a data from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DynamoDB table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then the response would not reflect the most recently completed write operation, and if you repeat to read the data after a short period, then the response would be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lattest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update. This is the best model for Read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93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E0B5F-5E08-E386-ADB0-13216D84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3101E-417E-17F1-6C1B-C33C07B1A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Strongly Consistent Reads</a:t>
            </a:r>
          </a:p>
          <a:p>
            <a:r>
              <a:rPr lang="en-US" dirty="0"/>
              <a:t>A strongly consistent read returns a result that reflects all writes that received a successful response prior to the read.</a:t>
            </a:r>
          </a:p>
          <a:p>
            <a:endParaRPr lang="en-US" dirty="0"/>
          </a:p>
          <a:p>
            <a:r>
              <a:rPr lang="en-US" dirty="0"/>
              <a:t>Note: If your application wants the data from DynamoDB table immediately, then choose the Strongly Consistent Read model. If you can wait for a second, then choose the Eventual Consistent Model.</a:t>
            </a:r>
          </a:p>
        </p:txBody>
      </p:sp>
      <p:pic>
        <p:nvPicPr>
          <p:cNvPr id="2050" name="Picture 2" descr="DynamoDB">
            <a:extLst>
              <a:ext uri="{FF2B5EF4-FFF2-40B4-BE49-F238E27FC236}">
                <a16:creationId xmlns:a16="http://schemas.microsoft.com/office/drawing/2014/main" id="{780E738D-4309-CF6D-0BC9-8C11672C7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48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DynamoDB">
            <a:extLst>
              <a:ext uri="{FF2B5EF4-FFF2-40B4-BE49-F238E27FC236}">
                <a16:creationId xmlns:a16="http://schemas.microsoft.com/office/drawing/2014/main" id="{9BDCCAD7-5F45-7123-1626-D11C79BA3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81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4" name="Picture 86" descr="DynamoDB">
            <a:extLst>
              <a:ext uri="{FF2B5EF4-FFF2-40B4-BE49-F238E27FC236}">
                <a16:creationId xmlns:a16="http://schemas.microsoft.com/office/drawing/2014/main" id="{A0D742FB-CEEA-6E59-E63B-F52C6878A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480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602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0091-0E9B-A8BF-F300-20CBD6C1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E7B84-49F7-91AF-9489-98829D58C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AWS DynamoDB Throughput Capacity</a:t>
            </a:r>
          </a:p>
          <a:p>
            <a:r>
              <a:rPr lang="en-US" dirty="0"/>
              <a:t>DynamoDB throughput capacity depends on the read/write capacity modes for performing read/write operation on tables.</a:t>
            </a: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There are two types of read/write capacity modes: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Provisioned mode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On-demand mode</a:t>
            </a:r>
          </a:p>
          <a:p>
            <a:r>
              <a:rPr lang="en-US" dirty="0"/>
              <a:t>Provisioned mode</a:t>
            </a:r>
          </a:p>
          <a:p>
            <a:r>
              <a:rPr lang="en-US" dirty="0"/>
              <a:t>It defines the maximum amount of capacity that an application can use from a specified table.</a:t>
            </a:r>
          </a:p>
          <a:p>
            <a:r>
              <a:rPr lang="en-US" dirty="0"/>
              <a:t>In a provisioned mode, you need to specify the number of reads and writes per second required by the application.</a:t>
            </a:r>
          </a:p>
          <a:p>
            <a:r>
              <a:rPr lang="en-US" dirty="0"/>
              <a:t>If the limit of Provisioned mode throughput capacity is exceeded, then this leads to the request throttling.</a:t>
            </a:r>
          </a:p>
          <a:p>
            <a:r>
              <a:rPr lang="en-US" dirty="0"/>
              <a:t>A provisioned mode is good for applications that have predictable and consistent traffic.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976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ynamoDB">
            <a:extLst>
              <a:ext uri="{FF2B5EF4-FFF2-40B4-BE49-F238E27FC236}">
                <a16:creationId xmlns:a16="http://schemas.microsoft.com/office/drawing/2014/main" id="{7B19A8CE-094C-7533-5F1C-62A41D793F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52560"/>
            <a:ext cx="10905066" cy="5352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88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Rectangle 4115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ACE30-18C3-2392-F2AA-29ED202DB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1782981"/>
            <a:ext cx="4970877" cy="4393982"/>
          </a:xfrm>
        </p:spPr>
        <p:txBody>
          <a:bodyPr>
            <a:normAutofit/>
          </a:bodyPr>
          <a:lstStyle/>
          <a:p>
            <a:r>
              <a:rPr lang="en-US" sz="2000" b="1" i="0">
                <a:effectLst/>
                <a:latin typeface="inter-bold"/>
              </a:rPr>
              <a:t>The Provisioned mode consists of two capacity units:</a:t>
            </a:r>
            <a:endParaRPr lang="en-US" sz="2000" b="0" i="0">
              <a:effectLst/>
              <a:latin typeface="inter-regular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inter-regular"/>
              </a:rPr>
              <a:t>Read Capacity unit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inter-regular"/>
              </a:rPr>
              <a:t>Write Capacity unit</a:t>
            </a:r>
          </a:p>
          <a:p>
            <a:endParaRPr lang="en-US" sz="2000"/>
          </a:p>
        </p:txBody>
      </p:sp>
      <p:sp>
        <p:nvSpPr>
          <p:cNvPr id="4118" name="Isosceles Triangle 4117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0" name="Rectangle 4119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DynamoDB">
            <a:extLst>
              <a:ext uri="{FF2B5EF4-FFF2-40B4-BE49-F238E27FC236}">
                <a16:creationId xmlns:a16="http://schemas.microsoft.com/office/drawing/2014/main" id="{41029D66-BCEF-184D-3AB7-0BD79F52D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7813" y="2065335"/>
            <a:ext cx="5290720" cy="272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22" name="Group 4121">
            <a:extLst>
              <a:ext uri="{FF2B5EF4-FFF2-40B4-BE49-F238E27FC236}">
                <a16:creationId xmlns:a16="http://schemas.microsoft.com/office/drawing/2014/main" id="{15CBE6EC-46EF-45D9-8E16-DCDC5917C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4720" y="0"/>
            <a:ext cx="1097280" cy="1097280"/>
            <a:chOff x="11094720" y="0"/>
            <a:chExt cx="1097280" cy="1097280"/>
          </a:xfrm>
        </p:grpSpPr>
        <p:sp>
          <p:nvSpPr>
            <p:cNvPr id="4123" name="Isosceles Triangle 4122">
              <a:extLst>
                <a:ext uri="{FF2B5EF4-FFF2-40B4-BE49-F238E27FC236}">
                  <a16:creationId xmlns:a16="http://schemas.microsoft.com/office/drawing/2014/main" id="{DEEDCD65-9740-4F34-BDF1-9C068E053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1094720" y="0"/>
              <a:ext cx="1097280" cy="1097280"/>
            </a:xfrm>
            <a:prstGeom prst="triangle">
              <a:avLst>
                <a:gd name="adj" fmla="val 10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24" name="Rectangle 4123">
              <a:extLst>
                <a:ext uri="{FF2B5EF4-FFF2-40B4-BE49-F238E27FC236}">
                  <a16:creationId xmlns:a16="http://schemas.microsoft.com/office/drawing/2014/main" id="{4B3DA7FD-5CC0-46D1-9DFB-5BAF6BE2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189552" y="127618"/>
              <a:ext cx="457894" cy="457894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6818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88FDC-CC7C-EF16-BCF9-3159ED9E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D604D-061D-9E65-BE86-A12ABC46C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Read Capacity Unit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The total number of read capacity units depends on the item size, and read consistency model.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Read Capacity unit represents two types of consistency models: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Strongly Consistent model: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Read Capacity Unit represents one strong consistent read per second for an item up to 4KB in size.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Eventually Consistent model: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Read Capacity Unit represents two eventually consistent reads per second for an item up to 4KB in size.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DynamoDB will require additional read capacity units when an item size is greater than 4KB. For example, if the size of an item is 8KB, 2 read capacity units are required for strongly consistent read while 1 read capacity unit is required for eventually consistent read.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450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22850-6904-E69A-7630-BA1AC4EF0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Write Capacity Unit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The total number of write capacity unit depends on the item size.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Only 1 write capacity unit is required for an item up to size 1KB.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DynamoDB will require additional write capacity units when size is greater than 1KB. For example, if an item size is 2KB, two write capacity units are required to perform 1 write per second.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For example, if you create a table with 20 write capacity units, then you can perform 20 writes per second for an item up to 1KB in size.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167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AA535-0CA5-2B2B-C040-1A6B4E7F2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On-Demand mode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DynamoDB on-demand mode has a flexible new billing option which is capable of serving thousands of requests per second without any capacity planning.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On-Demand mode offers pay-per-request pricing for read and write requests so that you need to pay only for what you use, thus, making it easy to balance costs and performance.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In On-Demand mode,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DynamoDb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accommodates the customer's workload instantly as the traffic level increases or decreases.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On-Demand mode supports all the DynamoDB features such as encryption, point-in-time recovery,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etc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except auto-scaling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If you do not perform any read/write, then you just need to pay for data storage only.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On-Demand mode is useful for those applications that have unpredictable traffic and database is very complex to forecast.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129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817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erdana</vt:lpstr>
      <vt:lpstr>inter-bold</vt:lpstr>
      <vt:lpstr>inter-regular</vt:lpstr>
      <vt:lpstr>Office Theme</vt:lpstr>
      <vt:lpstr>What is DynamoDB?  </vt:lpstr>
      <vt:lpstr>PowerPoint Presentation</vt:lpstr>
      <vt:lpstr>Eventual Consistent Reads Strongly Consistent Reads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DynamoDB?  </dc:title>
  <dc:creator>Pandey, Rahul</dc:creator>
  <cp:lastModifiedBy>Pandey, Rahul</cp:lastModifiedBy>
  <cp:revision>9</cp:revision>
  <dcterms:created xsi:type="dcterms:W3CDTF">2022-12-14T10:14:52Z</dcterms:created>
  <dcterms:modified xsi:type="dcterms:W3CDTF">2023-01-19T10:50:56Z</dcterms:modified>
</cp:coreProperties>
</file>